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4842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Dataflow Infrastructure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2788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Project — Junior Cloud &amp; DevOps Engineer (GCP / Django / React)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Mownisa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2245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vmownisa@gmail.com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presentation covers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9933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staging incident this project responds 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50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450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75234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moves from intake to analytics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0954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320954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Secure Staging (IaC)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5112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raw landing + BigQuery staged dataset, RLS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96849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9684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Poka-Yoke CI/CD Gate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270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build pipeline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72744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47274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DCYN Schema Validation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5029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Zero-ambiguity onboarding form validation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4864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5486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57881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Golden Rules were applied throughout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staging incident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commit bypassed security guidelines, leaving unencrypted API credentials in raw application code.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schema mismatch broke downstream analytics.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73736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16223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restores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42316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IAM-scoped staging infrastructure (Task 1)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fail-closed gate that blocks secrets and bad code before deploy (Task 2)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 that eliminates ambiguity at intake (Task 3)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743200"/>
            <a:ext cx="16916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(JSON)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40280" y="2743200"/>
            <a:ext cx="256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96312" y="274320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96312" y="2743200"/>
            <a:ext cx="16916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DRF Serializer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(DCYN validation)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87952" y="2743200"/>
            <a:ext cx="256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43984" y="274320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43984" y="2743200"/>
            <a:ext cx="16916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 Raw Landing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(GCS bucket)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35624" y="2743200"/>
            <a:ext cx="256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391656" y="274320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1656" y="2743200"/>
            <a:ext cx="16916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Poka-Yoke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Gate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83296" y="2743200"/>
            <a:ext cx="256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39328" y="274320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2743200"/>
            <a:ext cx="16916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Staged/Enforced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(BigQuery)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30968" y="2743200"/>
            <a:ext cx="256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287000" y="274320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87000" y="2743200"/>
            <a:ext cx="16916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(RLS-scoped)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480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is a validation boundary — data is rejected, not cleaned up, when it fails a check.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TERRAFORM IAC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 Raw Landing — GCS bucket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configuration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bucket-level access — no legacy per-object ACLs to misconfigure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enabled — protects against accidental overwrite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lifecycle delete — raw data is transient by design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access prevention enforced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162238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965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scoping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37744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service account only — roles/storage.objectCreator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condition restricts the grant to this bucket's resource name only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the SA from writing anywhere else, even if later granted broader roles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TERRAFORM IAC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Staged/Enforced — BigQuery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default broad access — every grant is explicit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service account: roles/bigquery.dataEditor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readers: roles/bigquery.dataViewer (table-level only)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162238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965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schema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37744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student_onboarding table mirrors the Django model field-for-field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transactional model and analytics sink from drifting apart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drift that caused the schema-mismatch incident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TERRAFORM IAC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has no built-in “current user's region” function — RLS is built from two real, verifiable pieces: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688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region_access_map table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mapping table: which principal email is allowed which region.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22402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16223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24688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CREATE ROW ACCESS POLICY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834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 USING (region IN (SELECT region FROM region_access_map WHERE user_email = SESSION_USER()))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0" y="3794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SESSION_USER() is a real BigQuery function returning the calling principal's email — joined against the mapping table at query time.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52578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via a google_bigquery_job running the DDL above — Terraform has no native row-access-policy resource, so the DDL is version-controlled and reapplied on every plan/apply.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CI/CD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Poka-Yoke fail-closed build gate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/ Format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flake8 + black (Django)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(React)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7830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23774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open-source secret scanner across full git history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check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75320" y="23774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SECRET_KEY, raw GCP SA keys, generic tokens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all three must pass  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66160" y="443484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162238"/>
          </a:solidFill>
          <a:ln/>
        </p:spPr>
      </p:sp>
      <p:sp>
        <p:nvSpPr>
          <p:cNvPr id="15" name="Text 13"/>
          <p:cNvSpPr/>
          <p:nvPr/>
        </p:nvSpPr>
        <p:spPr>
          <a:xfrm>
            <a:off x="379476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job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94760" y="4937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[lint, secret-scan-gitleaks, secret-scan-custom] — deploy cannot run unless every gate reports success. This is what makes it fail-closed rather than fail-open.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CI/CD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in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16223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Insecure commit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includes a hardcoded API key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secret-scan-custom matches the token pattern → exits 1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quarantine-on-failure fires (if: failure())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job never runs — merge/deploy blocked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Clean commit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46888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hardcoded secrets, lint passes, gitleaks clean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gate jobs report success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job's needs[] condition is satisfied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proceeds to GCP App Engine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SCHEMA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DCYN library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Deconstructed Clean Yes/No — every onboarding question is reduced to a strict boolean with zero inference.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212080" cy="3474720"/>
          </a:xfrm>
          <a:prstGeom prst="roundRect">
            <a:avLst>
              <a:gd name="adj" fmla="val 2105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146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(explicit allow-list only)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/ y / true / 1  →  True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/ n / false / 0  →  False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2286000"/>
            <a:ext cx="5212080" cy="3474720"/>
          </a:xfrm>
          <a:prstGeom prst="roundRect">
            <a:avLst>
              <a:gd name="adj" fmla="val 2105"/>
            </a:avLst>
          </a:prstGeom>
          <a:solidFill>
            <a:srgbClr val="162238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5146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(raises ValidationError)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9260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null, empty string, "maybe", or any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not on the allow-list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guessing what an ambiguous answer “probably meant” is exactly the kind of human judgment this system is designed to eliminate.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SCHEMA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Serializer validation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4114800"/>
          </a:xfrm>
          <a:prstGeom prst="roundRect">
            <a:avLst>
              <a:gd name="adj" fmla="val 1778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383280" y="1874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ChoiceField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6480" y="18745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free-text region names — only AE / IN / SA / OTHER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532888"/>
            <a:ext cx="10332720" cy="0"/>
          </a:xfrm>
          <a:prstGeom prst="line">
            <a:avLst/>
          </a:prstGeom>
          <a:noFill/>
          <a:ln w="12700">
            <a:solidFill>
              <a:srgbClr val="1622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243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student_name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383280" y="26243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max_length = 120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262432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DB column exactly — no silent truncation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282696"/>
            <a:ext cx="10332720" cy="0"/>
          </a:xfrm>
          <a:prstGeom prst="line">
            <a:avLst/>
          </a:prstGeom>
          <a:noFill/>
          <a:ln w="12700">
            <a:solidFill>
              <a:srgbClr val="1622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7413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guardian_email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83280" y="337413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EmailField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3374136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DRF's built-in validation, no custom regex needed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4032504"/>
            <a:ext cx="10332720" cy="0"/>
          </a:xfrm>
          <a:prstGeom prst="line">
            <a:avLst/>
          </a:prstGeom>
          <a:noFill/>
          <a:ln w="12700">
            <a:solidFill>
              <a:srgbClr val="1622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12394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DCYN fields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83280" y="412394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through DCYNField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412394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deconstruction logic for every yes/no question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4782312"/>
            <a:ext cx="10332720" cy="0"/>
          </a:xfrm>
          <a:prstGeom prst="line">
            <a:avLst/>
          </a:prstGeom>
          <a:noFill/>
          <a:ln w="12700">
            <a:solidFill>
              <a:srgbClr val="1622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87375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guardian_consent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383280" y="487375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reject, not a warning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487375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consent → record is never created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251460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Guardian submits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JSON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83280" y="19202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920240"/>
            <a:ext cx="251460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DRF Serializer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(DCYN + field rules)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9202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920240"/>
            <a:ext cx="251460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Valid → D0 Raw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(GCS)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869680" y="19202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1920240"/>
            <a:ext cx="251460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Poka-Yoke gate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deploy code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62238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74720"/>
            <a:ext cx="251460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Promoted to D1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Staged/Enforced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83280" y="34747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62238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3474720"/>
            <a:ext cx="251460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Pub/Sub → BigQuery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sink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34747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62238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3474720"/>
            <a:ext cx="251460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RLS-scoped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view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data never silently disappears — it fails at the earliest possible boundary with a clear reason.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 applied throughout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9280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everywhere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1892808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IAM grant is scoped as narrowly as possible — resource conditions on GCS, dataset-level roles on BigQuery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99008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over guess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2990088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DCYN's allow-list and the consent hard-gate never infer intent from ambiguous input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08736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by default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4087368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has a hard dependency on every gate passing — the safe state is “no deploy”, not “deploy unless something breaks”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0749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18464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parity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0" y="5184648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Django model, the DRF serializer, and the BigQuery table describe the exact same shape — the root cause of the original incident, fixed structurally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pipeline config, and this deck are available at the links below.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https://github.com/Mownisa/Habot-project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Mownisa   ·   vmownisa@gmail.com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1099</Words>
  <Application>Microsoft Office PowerPoint</Application>
  <PresentationFormat>Widescreen</PresentationFormat>
  <Paragraphs>191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Mownisa V</cp:lastModifiedBy>
  <cp:revision>2</cp:revision>
  <dcterms:created xsi:type="dcterms:W3CDTF">2026-08-24T09:56:30Z</dcterms:created>
  <dcterms:modified xsi:type="dcterms:W3CDTF">2026-08-25T00:17:23Z</dcterms:modified>
</cp:coreProperties>
</file>